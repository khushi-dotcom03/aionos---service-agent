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lvetica Now Display" charset="1" panose="020B0504030202020204"/>
      <p:regular r:id="rId14"/>
    </p:embeddedFont>
    <p:embeddedFont>
      <p:font typeface="Helvetica Now Display Bold" charset="1" panose="020B0804030202020204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02490" y="1028700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738727"/>
            <a:ext cx="8833894" cy="138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AIONOS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2203" y="1032312"/>
            <a:ext cx="2315125" cy="43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22921"/>
            <a:ext cx="8083826" cy="66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Internal Service Agent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920599"/>
            <a:ext cx="8083826" cy="53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Presented by: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682945"/>
            <a:ext cx="8083826" cy="58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Khushi Sharma 23csu159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76825"/>
            <a:ext cx="8083826" cy="66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Assignment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3677" y="1102599"/>
            <a:ext cx="2315125" cy="3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6876" y="2306701"/>
            <a:ext cx="6663850" cy="339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Problem Statement - </a:t>
            </a:r>
          </a:p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Assignment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01065" y="1375650"/>
            <a:ext cx="9415032" cy="754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BUILD AN INTERNAL EMPLOYEE-SUPPORT AGENT FOR ONE CORPORATE FUNCTION: IT, HR, OR FINANCE.</a:t>
            </a:r>
          </a:p>
          <a:p>
            <a:pPr algn="l">
              <a:lnSpc>
                <a:spcPts val="4310"/>
              </a:lnSpc>
            </a:pP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The agent should: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•Understand the employee's issue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•Find the relevant policy or resolution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•Ask sensible follow-up questions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•Resolve simple requests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•Escalate risky or unclear requests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•Create a structured ticket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•Show the source used for its answer</a:t>
            </a:r>
          </a:p>
          <a:p>
            <a:pPr algn="l">
              <a:lnSpc>
                <a:spcPts val="4310"/>
              </a:lnSpc>
            </a:pPr>
            <a:r>
              <a:rPr lang="en-US" sz="307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•Maintain an audit trail</a:t>
            </a:r>
          </a:p>
          <a:p>
            <a:pPr algn="l">
              <a:lnSpc>
                <a:spcPts val="43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5928" y="1816753"/>
            <a:ext cx="14656144" cy="7323755"/>
            <a:chOff x="0" y="0"/>
            <a:chExt cx="1962474" cy="9806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2474" cy="980659"/>
            </a:xfrm>
            <a:custGeom>
              <a:avLst/>
              <a:gdLst/>
              <a:ahLst/>
              <a:cxnLst/>
              <a:rect r="r" b="b" t="t" l="l"/>
              <a:pathLst>
                <a:path h="980659" w="1962474">
                  <a:moveTo>
                    <a:pt x="0" y="0"/>
                  </a:moveTo>
                  <a:lnTo>
                    <a:pt x="1962474" y="0"/>
                  </a:lnTo>
                  <a:lnTo>
                    <a:pt x="1962474" y="980659"/>
                  </a:lnTo>
                  <a:lnTo>
                    <a:pt x="0" y="980659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33677" y="1102599"/>
            <a:ext cx="2315125" cy="3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96451" y="633628"/>
            <a:ext cx="9926728" cy="11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3677" y="1102599"/>
            <a:ext cx="2315125" cy="3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697" y="3115170"/>
            <a:ext cx="6911608" cy="22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Technology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53131" y="381379"/>
            <a:ext cx="8447097" cy="940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1"/>
              </a:lnSpc>
            </a:pP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– Core backend &amp; agent logic</a:t>
            </a: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Streamlit – Interactive web interface</a:t>
            </a: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LangGraph – Agent workflow orchestration</a:t>
            </a: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Groq API – LLM inference</a:t>
            </a: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GPT-OSS-120B – Language model</a:t>
            </a: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Pandas – Ticket &amp; request data handling</a:t>
            </a: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python-dotenv – API key/configuration management</a:t>
            </a:r>
          </a:p>
          <a:p>
            <a:pPr algn="l" marL="763549" indent="-381775" lvl="1">
              <a:lnSpc>
                <a:spcPts val="4951"/>
              </a:lnSpc>
              <a:buFont typeface="Arial"/>
              <a:buChar char="•"/>
            </a:pPr>
            <a:r>
              <a:rPr lang="en-US" sz="35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Knowledge Base – Supplied data</a:t>
            </a:r>
          </a:p>
          <a:p>
            <a:pPr algn="l">
              <a:lnSpc>
                <a:spcPts val="495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3677" y="1102599"/>
            <a:ext cx="2315125" cy="3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984615"/>
            <a:ext cx="577725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WWW.REALLYGREATSITE.COM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82045" y="8984615"/>
            <a:ext cx="577725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PAGE 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5086" y="620074"/>
            <a:ext cx="16230600" cy="2281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Tick</a:t>
            </a: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eting &amp; Audit Trail</a:t>
            </a:r>
          </a:p>
          <a:p>
            <a:pPr algn="ctr">
              <a:lnSpc>
                <a:spcPts val="879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75086" y="2088686"/>
            <a:ext cx="7868914" cy="7036333"/>
            <a:chOff x="0" y="0"/>
            <a:chExt cx="10491886" cy="938177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549958" y="2283862"/>
              <a:ext cx="9766257" cy="6710667"/>
              <a:chOff x="0" y="0"/>
              <a:chExt cx="1364312" cy="9374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64312" cy="937457"/>
              </a:xfrm>
              <a:custGeom>
                <a:avLst/>
                <a:gdLst/>
                <a:ahLst/>
                <a:cxnLst/>
                <a:rect r="r" b="b" t="t" l="l"/>
                <a:pathLst>
                  <a:path h="937457" w="1364312">
                    <a:moveTo>
                      <a:pt x="0" y="0"/>
                    </a:moveTo>
                    <a:lnTo>
                      <a:pt x="1364312" y="0"/>
                    </a:lnTo>
                    <a:lnTo>
                      <a:pt x="1364312" y="937457"/>
                    </a:lnTo>
                    <a:lnTo>
                      <a:pt x="0" y="9374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364312" cy="975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1886" cy="2819694"/>
            </a:xfrm>
            <a:custGeom>
              <a:avLst/>
              <a:gdLst/>
              <a:ahLst/>
              <a:cxnLst/>
              <a:rect r="r" b="b" t="t" l="l"/>
              <a:pathLst>
                <a:path h="2819694" w="10491886">
                  <a:moveTo>
                    <a:pt x="0" y="0"/>
                  </a:moveTo>
                  <a:lnTo>
                    <a:pt x="10491886" y="0"/>
                  </a:lnTo>
                  <a:lnTo>
                    <a:pt x="10491886" y="2819694"/>
                  </a:lnTo>
                  <a:lnTo>
                    <a:pt x="0" y="2819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292197" y="1115743"/>
              <a:ext cx="6350628" cy="664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2"/>
                </a:lnSpc>
              </a:pPr>
              <a:r>
                <a:rPr lang="en-US" sz="3692" b="true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T</a:t>
              </a:r>
              <a:r>
                <a:rPr lang="en-US" sz="3692" b="true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icket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03777" y="907465"/>
              <a:ext cx="1546806" cy="1109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77180" y="2991997"/>
              <a:ext cx="8565646" cy="6389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Ticket ID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Employee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Category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Issue summary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KB sources cited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Risk flags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Action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Status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Priority</a:t>
              </a:r>
            </a:p>
            <a:p>
              <a:pPr algn="ctr">
                <a:lnSpc>
                  <a:spcPts val="3489"/>
                </a:lnSpc>
              </a:pPr>
              <a:r>
                <a:rPr lang="en-US" sz="2492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Response to employee</a:t>
              </a:r>
            </a:p>
            <a:p>
              <a:pPr algn="ctr">
                <a:lnSpc>
                  <a:spcPts val="348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90386" y="2285307"/>
            <a:ext cx="7039249" cy="6588644"/>
            <a:chOff x="0" y="0"/>
            <a:chExt cx="9385665" cy="87848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452857" y="1557530"/>
              <a:ext cx="8639826" cy="7075168"/>
              <a:chOff x="0" y="0"/>
              <a:chExt cx="1392682" cy="114047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92682" cy="1140470"/>
              </a:xfrm>
              <a:custGeom>
                <a:avLst/>
                <a:gdLst/>
                <a:ahLst/>
                <a:cxnLst/>
                <a:rect r="r" b="b" t="t" l="l"/>
                <a:pathLst>
                  <a:path h="1140470" w="1392682">
                    <a:moveTo>
                      <a:pt x="0" y="0"/>
                    </a:moveTo>
                    <a:lnTo>
                      <a:pt x="1392682" y="0"/>
                    </a:lnTo>
                    <a:lnTo>
                      <a:pt x="1392682" y="1140470"/>
                    </a:lnTo>
                    <a:lnTo>
                      <a:pt x="0" y="11404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392682" cy="1178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92683" cy="2443658"/>
            </a:xfrm>
            <a:custGeom>
              <a:avLst/>
              <a:gdLst/>
              <a:ahLst/>
              <a:cxnLst/>
              <a:rect r="r" b="b" t="t" l="l"/>
              <a:pathLst>
                <a:path h="2443658" w="9092683">
                  <a:moveTo>
                    <a:pt x="0" y="0"/>
                  </a:moveTo>
                  <a:lnTo>
                    <a:pt x="9092683" y="0"/>
                  </a:lnTo>
                  <a:lnTo>
                    <a:pt x="9092683" y="2443658"/>
                  </a:lnTo>
                  <a:lnTo>
                    <a:pt x="0" y="2443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857325" y="1027028"/>
              <a:ext cx="5503705" cy="1118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Audit</a:t>
              </a:r>
              <a:r>
                <a:rPr lang="en-US" sz="3200" b="true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 trail</a:t>
              </a:r>
            </a:p>
            <a:p>
              <a:pPr algn="l">
                <a:lnSpc>
                  <a:spcPts val="3200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52857" y="790877"/>
              <a:ext cx="1340523" cy="957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99"/>
                </a:lnSpc>
              </a:pPr>
              <a:r>
                <a:rPr lang="en-US" sz="5199" b="true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02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52857" y="2396033"/>
              <a:ext cx="8932808" cy="638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Understand issue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↓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Find policy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↓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Risk check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↓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Decision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↓</a:t>
              </a: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Create ticket</a:t>
              </a:r>
            </a:p>
            <a:p>
              <a:pPr algn="ctr">
                <a:lnSpc>
                  <a:spcPts val="3200"/>
                </a:lnSpc>
              </a:pPr>
            </a:p>
            <a:p>
              <a:pPr algn="ctr">
                <a:lnSpc>
                  <a:spcPts val="3200"/>
                </a:lnSpc>
              </a:pPr>
              <a:r>
                <a:rPr lang="en-US" sz="2286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 Each step records what happened and when.</a:t>
              </a:r>
            </a:p>
            <a:p>
              <a:pPr algn="ctr">
                <a:lnSpc>
                  <a:spcPts val="320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329143"/>
            <a:ext cx="15990924" cy="3338105"/>
          </a:xfrm>
          <a:custGeom>
            <a:avLst/>
            <a:gdLst/>
            <a:ahLst/>
            <a:cxnLst/>
            <a:rect r="r" b="b" t="t" l="l"/>
            <a:pathLst>
              <a:path h="3338105" w="15990924">
                <a:moveTo>
                  <a:pt x="0" y="0"/>
                </a:moveTo>
                <a:lnTo>
                  <a:pt x="15990924" y="0"/>
                </a:lnTo>
                <a:lnTo>
                  <a:pt x="15990924" y="3338106"/>
                </a:lnTo>
                <a:lnTo>
                  <a:pt x="0" y="333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667249"/>
            <a:ext cx="15990924" cy="3248156"/>
          </a:xfrm>
          <a:custGeom>
            <a:avLst/>
            <a:gdLst/>
            <a:ahLst/>
            <a:cxnLst/>
            <a:rect r="r" b="b" t="t" l="l"/>
            <a:pathLst>
              <a:path h="3248156" w="15990924">
                <a:moveTo>
                  <a:pt x="0" y="0"/>
                </a:moveTo>
                <a:lnTo>
                  <a:pt x="15990924" y="0"/>
                </a:lnTo>
                <a:lnTo>
                  <a:pt x="15990924" y="3248156"/>
                </a:lnTo>
                <a:lnTo>
                  <a:pt x="0" y="3248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249122"/>
            <a:ext cx="16230600" cy="3037878"/>
          </a:xfrm>
          <a:custGeom>
            <a:avLst/>
            <a:gdLst/>
            <a:ahLst/>
            <a:cxnLst/>
            <a:rect r="r" b="b" t="t" l="l"/>
            <a:pathLst>
              <a:path h="3037878" w="16230600">
                <a:moveTo>
                  <a:pt x="0" y="0"/>
                </a:moveTo>
                <a:lnTo>
                  <a:pt x="16230600" y="0"/>
                </a:lnTo>
                <a:lnTo>
                  <a:pt x="16230600" y="3037878"/>
                </a:lnTo>
                <a:lnTo>
                  <a:pt x="0" y="3037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107" r="0" b="-1110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91639" y="-237426"/>
            <a:ext cx="9265047" cy="156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Scenarios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00072" y="429509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05049" y="503409"/>
            <a:ext cx="2315125" cy="3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4236" y="154900"/>
            <a:ext cx="7664276" cy="156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Tools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5587" y="2119878"/>
            <a:ext cx="17832214" cy="598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 (GPT-OSS-120B via Groq) 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derstands employee queries in natural language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Extracts relevant details from requests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decide between Resolve / Follow-up / Escalate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AI-assisted Development: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to accelerate coding and debugging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Helped structure the LangGraph workflow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Assisted with error identification and implementation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Human-Controlled Logic: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Policy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mapping is controlled by the application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checks and ticket creation follow predefined rules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does not invent company policies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14386" y="619760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9363" y="693659"/>
            <a:ext cx="2315125" cy="3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49000" cy="404100"/>
          </a:xfrm>
          <a:custGeom>
            <a:avLst/>
            <a:gdLst/>
            <a:ahLst/>
            <a:cxnLst/>
            <a:rect r="r" b="b" t="t" l="l"/>
            <a:pathLst>
              <a:path h="404100" w="449000">
                <a:moveTo>
                  <a:pt x="0" y="0"/>
                </a:moveTo>
                <a:lnTo>
                  <a:pt x="449000" y="0"/>
                </a:lnTo>
                <a:lnTo>
                  <a:pt x="449000" y="404100"/>
                </a:lnTo>
                <a:lnTo>
                  <a:pt x="0" y="4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3677" y="1102599"/>
            <a:ext cx="2315125" cy="3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AIONOS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82045" y="8984615"/>
            <a:ext cx="577725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PAGE 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5784" y="3541559"/>
            <a:ext cx="12856431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Thank You For</a:t>
            </a:r>
          </a:p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Your Atte</a:t>
            </a:r>
            <a:r>
              <a:rPr lang="en-US" sz="87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DAHVdqw6ITY</dc:identifier>
  <dcterms:modified xsi:type="dcterms:W3CDTF">2011-08-01T06:04:30Z</dcterms:modified>
  <cp:revision>1</cp:revision>
  <dc:title>Cream Simple Modern Business Chart Report Presentation</dc:title>
</cp:coreProperties>
</file>